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f5b295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f5b295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4736eb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4736eb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f5b295a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f5b295a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do sistema: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Cinema cineplus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Alunos: Andrey,Frederico,Gustavo e Heitor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020"/>
              <a:t>Tema - Sistema do cinema</a:t>
            </a:r>
            <a:endParaRPr sz="30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Sistema para simular um cinema com: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Sistema para compra de ingressos - para clientes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Administração dos filmes disponíveis </a:t>
            </a:r>
            <a:r>
              <a:rPr lang="pt-BR" sz="2100"/>
              <a:t>- para funcionários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pt-BR" sz="2100"/>
              <a:t>Cadastro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pt-BR" sz="2100"/>
              <a:t>Alteração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pt-BR" sz="2100"/>
              <a:t>Remoção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Administração do negócio - para gerentes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pt-BR" sz="2100"/>
              <a:t>Cadastro de funcionários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pt-BR" sz="2100"/>
              <a:t>Geração de relatório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Etapas realizadas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Telas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carregamento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Menu de login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seleção de filmes, dias e horários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seleção de assento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compra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agradecimento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feedback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pt-BR" sz="1700"/>
              <a:t>tela de cadastro de filmes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Criação do banco de dados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t-BR" sz="2100"/>
              <a:t>Integração do banco de dados</a:t>
            </a:r>
            <a:endParaRPr sz="21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200" y="2061375"/>
            <a:ext cx="2776376" cy="1436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200" y="3497528"/>
            <a:ext cx="2776375" cy="1440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9025" y="1271650"/>
            <a:ext cx="1664425" cy="260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3200" y="390419"/>
            <a:ext cx="2776375" cy="1670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Próximos passos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Finalizar b</a:t>
            </a:r>
            <a:r>
              <a:rPr lang="pt-BR" sz="2000"/>
              <a:t>otões para modificação do tamanho da fonte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Finalizar tela de geração do relatório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Finalizar Botão de mostrar/esconder senha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